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21111"/>
            <a:ext cx="7772400" cy="3079340"/>
          </a:xfrm>
        </p:spPr>
        <p:txBody>
          <a:bodyPr>
            <a:normAutofit/>
          </a:bodyPr>
          <a:lstStyle/>
          <a:p>
            <a:r>
              <a:rPr lang="en-US" sz="1600" i="1" dirty="0">
                <a:solidFill>
                  <a:schemeClr val="accent3"/>
                </a:solidFill>
              </a:rPr>
              <a:t>RAJEEV GANDHI MEMORIAL COLLEGE OF ENGINEERING &amp; TECHNOLOGY (AUTONOMOUS)</a:t>
            </a:r>
            <a:br>
              <a:rPr lang="en-US" sz="1600" i="1" dirty="0">
                <a:solidFill>
                  <a:schemeClr val="accent3"/>
                </a:solidFill>
              </a:rPr>
            </a:b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</a:rPr>
              <a:t>Approved by AICTE , New Delhi ; Affiliated to JNTUA- </a:t>
            </a:r>
            <a:r>
              <a:rPr lang="en-US" sz="1600" i="1" dirty="0" err="1">
                <a:solidFill>
                  <a:schemeClr val="accent2">
                    <a:lumMod val="75000"/>
                  </a:schemeClr>
                </a:solidFill>
              </a:rPr>
              <a:t>Ananthapuram</a:t>
            </a: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br>
              <a:rPr lang="en-US" sz="16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</a:rPr>
              <a:t>Accredited by NBA (6-Times) ; Accredited by NAAC with ‘A+’ Grade (Cycle-3), New Delhi;</a:t>
            </a:r>
            <a:br>
              <a:rPr lang="en-US" sz="16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</a:rPr>
              <a:t>world Bank Funded Institution; </a:t>
            </a:r>
            <a:r>
              <a:rPr lang="en-US" sz="1600" i="1" dirty="0" err="1">
                <a:solidFill>
                  <a:schemeClr val="accent2">
                    <a:lumMod val="75000"/>
                  </a:schemeClr>
                </a:solidFill>
              </a:rPr>
              <a:t>Nandyal</a:t>
            </a: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</a:rPr>
              <a:t> (Dist.)-518501, A.P (Estd-1995)</a:t>
            </a:r>
            <a:br>
              <a:rPr lang="en-US" sz="1600" i="1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US" sz="1600" dirty="0"/>
            </a:br>
            <a:r>
              <a:rPr lang="en-US" sz="1600" dirty="0">
                <a:solidFill>
                  <a:schemeClr val="accent5"/>
                </a:solidFill>
              </a:rPr>
              <a:t>BATCH: 2022-2026</a:t>
            </a:r>
            <a:br>
              <a:rPr lang="en-US" sz="1600" dirty="0"/>
            </a:br>
            <a:r>
              <a:rPr lang="en-US" sz="1600" dirty="0"/>
              <a:t>DEPARTMENT OF COMPUTER SCIENCE AND ENGINEERING (DATA SCIENCE)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Title : Air Quality Predictor</a:t>
            </a:r>
            <a:br>
              <a:rPr lang="en-US" sz="1600" dirty="0"/>
            </a:br>
            <a:br>
              <a:rPr lang="en-US" sz="1600" dirty="0"/>
            </a:br>
            <a:endParaRPr sz="1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1613" y="3886200"/>
            <a:ext cx="8160773" cy="17526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 Team members:                                                                                         Project Guide</a:t>
            </a:r>
            <a:r>
              <a:rPr lang="en-US" sz="1800" dirty="0">
                <a:solidFill>
                  <a:srgbClr val="002060"/>
                </a:solidFill>
              </a:rPr>
              <a:t> :            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P.Lakshmi</a:t>
            </a:r>
            <a:r>
              <a:rPr lang="en-US" sz="1400" dirty="0">
                <a:solidFill>
                  <a:srgbClr val="002060"/>
                </a:solidFill>
              </a:rPr>
              <a:t> Poojitha-22091A3266                                                                                                Mr. </a:t>
            </a:r>
            <a:r>
              <a:rPr lang="en-US" sz="1400" dirty="0" err="1">
                <a:solidFill>
                  <a:srgbClr val="002060"/>
                </a:solidFill>
              </a:rPr>
              <a:t>k.Rangaswami</a:t>
            </a:r>
            <a:r>
              <a:rPr lang="en-US" sz="1400" dirty="0">
                <a:solidFill>
                  <a:srgbClr val="002060"/>
                </a:solidFill>
              </a:rPr>
              <a:t>   </a:t>
            </a:r>
          </a:p>
          <a:p>
            <a:r>
              <a:rPr lang="en-US" sz="1400" dirty="0">
                <a:solidFill>
                  <a:srgbClr val="002060"/>
                </a:solidFill>
              </a:rPr>
              <a:t>      G.Sowjanya-22091A32E1                                                                                                                         M. Tech (</a:t>
            </a:r>
            <a:r>
              <a:rPr lang="en-US" sz="1400" dirty="0" err="1">
                <a:solidFill>
                  <a:srgbClr val="002060"/>
                </a:solidFill>
              </a:rPr>
              <a:t>ph.D</a:t>
            </a:r>
            <a:r>
              <a:rPr lang="en-US" sz="1400" dirty="0">
                <a:solidFill>
                  <a:srgbClr val="002060"/>
                </a:solidFill>
              </a:rPr>
              <a:t>)   </a:t>
            </a:r>
          </a:p>
          <a:p>
            <a:r>
              <a:rPr lang="en-US" sz="1400" dirty="0">
                <a:solidFill>
                  <a:srgbClr val="002060"/>
                </a:solidFill>
              </a:rPr>
              <a:t>                                                                                                                                                            Assistant Professor  </a:t>
            </a:r>
          </a:p>
          <a:p>
            <a:r>
              <a:rPr lang="en-US" sz="1400" dirty="0">
                <a:solidFill>
                  <a:srgbClr val="002060"/>
                </a:solidFill>
              </a:rPr>
              <a:t>                                                                                                                                                       DEPT OF CSE(DS)                                                                          </a:t>
            </a:r>
            <a:r>
              <a:rPr lang="en-US" sz="1800" dirty="0">
                <a:solidFill>
                  <a:srgbClr val="002060"/>
                </a:solidFill>
              </a:rPr>
              <a:t>                                                                                                  </a:t>
            </a:r>
          </a:p>
          <a:p>
            <a:r>
              <a:rPr lang="en-US" sz="1800" dirty="0">
                <a:solidFill>
                  <a:srgbClr val="002060"/>
                </a:solidFill>
              </a:rPr>
              <a:t>                                                                                                                 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6">
                    <a:lumMod val="75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Air quality prediction helps to assess pollution levels in a location.</a:t>
            </a:r>
          </a:p>
          <a:p>
            <a:r>
              <a:rPr dirty="0"/>
              <a:t>• This project predicts AQI (Air Quality Index) using real-time data.</a:t>
            </a:r>
          </a:p>
          <a:p>
            <a:r>
              <a:rPr dirty="0"/>
              <a:t>• It uses the </a:t>
            </a:r>
            <a:r>
              <a:rPr dirty="0" err="1"/>
              <a:t>Streamlit</a:t>
            </a:r>
            <a:r>
              <a:rPr dirty="0"/>
              <a:t> framework for an interactive user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monitor and predict air quality of a location.</a:t>
            </a:r>
          </a:p>
          <a:p>
            <a:r>
              <a:t>• To provide users with live AQI and weather data.</a:t>
            </a:r>
          </a:p>
          <a:p>
            <a:r>
              <a:t>• To visualize pollutant levels using interactive charts.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>
                    <a:lumMod val="75000"/>
                  </a:schemeClr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Streamlit</a:t>
            </a:r>
          </a:p>
          <a:p>
            <a:r>
              <a:t>• Plotly (for graphs)</a:t>
            </a:r>
          </a:p>
          <a:p>
            <a:r>
              <a:t>• OpenWeatherMap API</a:t>
            </a:r>
          </a:p>
          <a:p>
            <a:r>
              <a:t>• Geopy (for location)</a:t>
            </a:r>
          </a:p>
          <a:p>
            <a:r>
              <a:t>• Scikit-learn (for AQI prediction model)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3">
                    <a:lumMod val="75000"/>
                  </a:schemeClr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inputs location or enters data manually.</a:t>
            </a:r>
          </a:p>
          <a:p>
            <a:r>
              <a:t>2. The app fetches weather and pollution data via API.</a:t>
            </a:r>
          </a:p>
          <a:p>
            <a:r>
              <a:t>3. Data is processed and visualized.</a:t>
            </a:r>
          </a:p>
          <a:p>
            <a:r>
              <a:t>4. AQI and pollutant levels are displayed with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Fetch location data using IP or city name.</a:t>
            </a:r>
          </a:p>
          <a:p>
            <a:r>
              <a:t>• Collect real-time AQI and weather data from OpenWeatherMap.</a:t>
            </a:r>
          </a:p>
          <a:p>
            <a:r>
              <a:t>• Display AQI with its category and risk level.</a:t>
            </a:r>
          </a:p>
          <a:p>
            <a:r>
              <a:t>• Show pollutant levels in bar and radar charts.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Detects user’s current location automatically.</a:t>
            </a:r>
          </a:p>
          <a:p>
            <a:r>
              <a:t>• Allows manual city search.</a:t>
            </a:r>
          </a:p>
          <a:p>
            <a:r>
              <a:t>• Accepts custom pollutant input for prediction.</a:t>
            </a:r>
          </a:p>
          <a:p>
            <a:r>
              <a:t>• Provides health advice based on AQI level.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Results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Displays AQI, temperature, and humidity as metrics.</a:t>
            </a:r>
          </a:p>
          <a:p>
            <a:r>
              <a:t>• Bar chart for pollutant concentration.</a:t>
            </a:r>
          </a:p>
          <a:p>
            <a:r>
              <a:t>• Radar chart for comparative pollutant analysis.</a:t>
            </a:r>
          </a:p>
          <a:p>
            <a:r>
              <a:t>• Color-coded AQI categories with emojis.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7030A0"/>
                </a:solidFill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air quality and weather data.</a:t>
            </a:r>
          </a:p>
          <a:p>
            <a:r>
              <a:t>• Simple, interactive, and user-friendly interface.</a:t>
            </a:r>
          </a:p>
          <a:p>
            <a:r>
              <a:t>• Helps in taking precautions against air pollution.</a:t>
            </a:r>
          </a:p>
          <a:p>
            <a:r>
              <a:t>• Can be used for environmental awareness.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Air Quality Predictor efficiently provides live AQI updates.</a:t>
            </a:r>
          </a:p>
          <a:p>
            <a:r>
              <a:t>• It helps users understand air pollution levels easily.</a:t>
            </a:r>
          </a:p>
          <a:p>
            <a:r>
              <a:t>• Future scope: Adding machine learning for better prediction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450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RAJEEV GANDHI MEMORIAL COLLEGE OF ENGINEERING &amp; TECHNOLOGY (AUTONOMOUS) Approved by AICTE , New Delhi ; Affiliated to JNTUA- Ananthapuram, Accredited by NBA (6-Times) ; Accredited by NAAC with ‘A+’ Grade (Cycle-3), New Delhi; world Bank Funded Institution; Nandyal (Dist.)-518501, A.P (Estd-1995)  BATCH: 2022-2026 DEPARTMENT OF COMPUTER SCIENCE AND ENGINEERING (DATA SCIENCE)  Title : Air Quality Predictor  </vt:lpstr>
      <vt:lpstr>Introduction</vt:lpstr>
      <vt:lpstr>Objective</vt:lpstr>
      <vt:lpstr>Technologies Used</vt:lpstr>
      <vt:lpstr>System Architecture</vt:lpstr>
      <vt:lpstr>Working Process</vt:lpstr>
      <vt:lpstr>Features</vt:lpstr>
      <vt:lpstr>Results &amp; Visualization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sravaniguntha08@gmail.com</cp:lastModifiedBy>
  <cp:revision>3</cp:revision>
  <dcterms:created xsi:type="dcterms:W3CDTF">2013-01-27T09:14:16Z</dcterms:created>
  <dcterms:modified xsi:type="dcterms:W3CDTF">2025-10-06T15:13:22Z</dcterms:modified>
  <cp:category/>
</cp:coreProperties>
</file>